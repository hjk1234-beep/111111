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58" r:id="rId4"/>
    <p:sldId id="256" r:id="rId5"/>
    <p:sldId id="257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7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8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E7BDD8-1760-1A72-3CE1-1FD16C429A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EDD01D3-1497-32FE-C49B-5323C95C24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257630-F39F-AA8E-214A-D899C6461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5D72-BF30-4F8C-ABCB-918A357B81A2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EBF254-E153-5157-B8CE-A3E556C85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31F24F-FCA9-9B08-D1CD-6D8616C28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44788-B212-4CD9-99F3-BC4F922F0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7430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273679-5F51-C450-2886-117EC2F44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30BF0A-ED0E-4E7F-B787-AD362AA58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8993AB-66F8-F904-5213-FDD584105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5D72-BF30-4F8C-ABCB-918A357B81A2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FFF430-F77E-700F-A7AC-DF82889D4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C22460-DBAC-1157-B669-3CAEEF950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44788-B212-4CD9-99F3-BC4F922F0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5110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1E34A8-9662-EBE3-2A8D-ED75FAD42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A3B486-46FC-16FF-5DC4-68877B889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8775D3-6D1F-18DA-3C22-4046496A7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5D72-BF30-4F8C-ABCB-918A357B81A2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0AE20E-2186-2F48-430F-8C3A25CA3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C9F22D-8199-9241-9310-C6A19D203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44788-B212-4CD9-99F3-BC4F922F0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4764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96402-BE5E-EF01-5524-56886AE72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E06DBF-CF28-1E7C-5623-6257BB882A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50C787-87E5-9C6F-63DD-5B3F123A9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812DB3-B908-FEC3-DDA9-C1473C5A4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5D72-BF30-4F8C-ABCB-918A357B81A2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737795-D755-DA2A-43DF-CD6B3DF13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2AD024-B055-C009-B5BE-43FA16388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44788-B212-4CD9-99F3-BC4F922F0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852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BF02C2-1E9B-3A98-2BAC-84600D817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718641-9668-2176-0C77-91EFC45DF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60E0252-EBF1-FFA2-AE29-08AC57ED5B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AA14F01-8453-CCED-17BD-728CA4DB6A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575490C-A4DA-DA87-45E9-D8EAD40800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5A6BB74-84AA-EACD-F5BF-634369FF1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5D72-BF30-4F8C-ABCB-918A357B81A2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4BF6CAE-03CF-0C1A-1848-AA754C022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AE81760-3A50-5904-652F-AB07019CE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44788-B212-4CD9-99F3-BC4F922F0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089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389954-FE48-6B35-E083-473B79570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E184E0-D78F-16E1-C907-3C80DA17C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5D72-BF30-4F8C-ABCB-918A357B81A2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29F9C61-1E92-13B3-FB68-0A22E84EA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6DB887E-8768-1195-5D9F-2F0C6000E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44788-B212-4CD9-99F3-BC4F922F0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1436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0D3AEC5-EFC6-824B-68A2-8D92B6106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5D72-BF30-4F8C-ABCB-918A357B81A2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6ABFADD-3D1F-F20C-1717-A3276B522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A34241-8664-30CB-FC73-60B087388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44788-B212-4CD9-99F3-BC4F922F0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4777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AF63EB-913E-D692-2A04-C17A13395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225034-4508-403C-6811-62AB9BAD5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65FCDF-EB75-7652-1B98-7EDF5A4A24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56767C-A6D1-2D38-53FF-449BD0BCB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5D72-BF30-4F8C-ABCB-918A357B81A2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A2C7680-A5E5-AC21-DEA4-11B73DCC9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361216-1D0F-12C5-FB42-C4434E670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44788-B212-4CD9-99F3-BC4F922F0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8649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6BFA4D-47A4-351B-E167-45CCE67AD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2F0AA73-97A4-FCB8-7186-CDB9E63336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C7A0444-F4F9-8D18-D453-3B5C999BD5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8BCE2E-1324-BEF2-4849-84C9AB029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5D72-BF30-4F8C-ABCB-918A357B81A2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708DF9-3379-1A16-FC61-04BB95EC8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CE2BD22-F0E5-6672-CAB9-E6C0D9CBB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44788-B212-4CD9-99F3-BC4F922F0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2637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060AAA-BA11-D7F1-B87A-ED150634F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B05423D-EE23-0EBD-8194-ABBA82CD4F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1A599A-B4CB-F926-B183-E26FDD659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5D72-BF30-4F8C-ABCB-918A357B81A2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9DC438-0836-D154-17EB-3FFE4F718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B32E1C-BE98-8B59-424D-578C5B1BE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44788-B212-4CD9-99F3-BC4F922F0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7807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58606E5-0948-EA1D-7678-BE8CF1746E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8D814D-8748-034A-1629-3ADD57BC7A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44715A-6872-4027-3266-ED2CB5950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75D72-BF30-4F8C-ABCB-918A357B81A2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33F85F-292F-94B9-9DEC-02FABB21B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2812BA-1B9C-49C6-E488-17ACBB366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44788-B212-4CD9-99F3-BC4F922F0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353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639E4C0-8784-EA17-AEE0-8BBC27DA9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CC4AC51-0E08-6699-B876-922DE82D6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04381E-2E57-A12D-374F-38BCC73473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A75D72-BF30-4F8C-ABCB-918A357B81A2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23882F-3E17-BD10-3CC1-0C42284775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8AFF5A-37DC-34F1-CF32-9A863C7088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844788-B212-4CD9-99F3-BC4F922F0A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24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85B825F-C322-721B-66E3-A206FA751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1" y="363855"/>
            <a:ext cx="5720785" cy="5753100"/>
          </a:xfrm>
          <a:prstGeom prst="rect">
            <a:avLst/>
          </a:prstGeom>
        </p:spPr>
      </p:pic>
      <p:sp>
        <p:nvSpPr>
          <p:cNvPr id="6" name="액자 5">
            <a:extLst>
              <a:ext uri="{FF2B5EF4-FFF2-40B4-BE49-F238E27FC236}">
                <a16:creationId xmlns:a16="http://schemas.microsoft.com/office/drawing/2014/main" id="{3255BA7C-2B2F-0683-A50D-EBC5E1FD74F7}"/>
              </a:ext>
            </a:extLst>
          </p:cNvPr>
          <p:cNvSpPr/>
          <p:nvPr/>
        </p:nvSpPr>
        <p:spPr>
          <a:xfrm>
            <a:off x="1127760" y="3889054"/>
            <a:ext cx="4196715" cy="702951"/>
          </a:xfrm>
          <a:prstGeom prst="frame">
            <a:avLst>
              <a:gd name="adj1" fmla="val 549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액자 8">
            <a:extLst>
              <a:ext uri="{FF2B5EF4-FFF2-40B4-BE49-F238E27FC236}">
                <a16:creationId xmlns:a16="http://schemas.microsoft.com/office/drawing/2014/main" id="{65ED0C25-7014-E733-682A-E020F756C62F}"/>
              </a:ext>
            </a:extLst>
          </p:cNvPr>
          <p:cNvSpPr/>
          <p:nvPr/>
        </p:nvSpPr>
        <p:spPr>
          <a:xfrm>
            <a:off x="1198336" y="4074868"/>
            <a:ext cx="449489" cy="182807"/>
          </a:xfrm>
          <a:prstGeom prst="frame">
            <a:avLst>
              <a:gd name="adj1" fmla="val 549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E9A9175-2582-F96E-7A27-0564D3B73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5646" y="259978"/>
            <a:ext cx="5927106" cy="5856978"/>
          </a:xfrm>
          <a:prstGeom prst="rect">
            <a:avLst/>
          </a:prstGeom>
        </p:spPr>
      </p:pic>
      <p:sp>
        <p:nvSpPr>
          <p:cNvPr id="12" name="액자 11">
            <a:extLst>
              <a:ext uri="{FF2B5EF4-FFF2-40B4-BE49-F238E27FC236}">
                <a16:creationId xmlns:a16="http://schemas.microsoft.com/office/drawing/2014/main" id="{1FBF2DDF-3B7D-4235-60FA-E27FA37FFB07}"/>
              </a:ext>
            </a:extLst>
          </p:cNvPr>
          <p:cNvSpPr/>
          <p:nvPr/>
        </p:nvSpPr>
        <p:spPr>
          <a:xfrm>
            <a:off x="6766560" y="1001074"/>
            <a:ext cx="4697730" cy="1067756"/>
          </a:xfrm>
          <a:prstGeom prst="frame">
            <a:avLst>
              <a:gd name="adj1" fmla="val 549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액자 12">
            <a:extLst>
              <a:ext uri="{FF2B5EF4-FFF2-40B4-BE49-F238E27FC236}">
                <a16:creationId xmlns:a16="http://schemas.microsoft.com/office/drawing/2014/main" id="{43A2AE1C-2BB5-1DF0-39D2-92675FF7F89B}"/>
              </a:ext>
            </a:extLst>
          </p:cNvPr>
          <p:cNvSpPr/>
          <p:nvPr/>
        </p:nvSpPr>
        <p:spPr>
          <a:xfrm>
            <a:off x="10769056" y="1106878"/>
            <a:ext cx="503150" cy="277677"/>
          </a:xfrm>
          <a:prstGeom prst="frame">
            <a:avLst>
              <a:gd name="adj1" fmla="val 549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액자 13">
            <a:extLst>
              <a:ext uri="{FF2B5EF4-FFF2-40B4-BE49-F238E27FC236}">
                <a16:creationId xmlns:a16="http://schemas.microsoft.com/office/drawing/2014/main" id="{8FD1188E-7D72-704F-430D-14EB55F5FEC6}"/>
              </a:ext>
            </a:extLst>
          </p:cNvPr>
          <p:cNvSpPr/>
          <p:nvPr/>
        </p:nvSpPr>
        <p:spPr>
          <a:xfrm>
            <a:off x="6789420" y="4800601"/>
            <a:ext cx="4697730" cy="1067756"/>
          </a:xfrm>
          <a:prstGeom prst="frame">
            <a:avLst>
              <a:gd name="adj1" fmla="val 549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액자 14">
            <a:extLst>
              <a:ext uri="{FF2B5EF4-FFF2-40B4-BE49-F238E27FC236}">
                <a16:creationId xmlns:a16="http://schemas.microsoft.com/office/drawing/2014/main" id="{3F14C344-5DAD-D621-531E-DCDE94CDB261}"/>
              </a:ext>
            </a:extLst>
          </p:cNvPr>
          <p:cNvSpPr/>
          <p:nvPr/>
        </p:nvSpPr>
        <p:spPr>
          <a:xfrm>
            <a:off x="10746196" y="4929265"/>
            <a:ext cx="503150" cy="277677"/>
          </a:xfrm>
          <a:prstGeom prst="frame">
            <a:avLst>
              <a:gd name="adj1" fmla="val 549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4035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C374166-C402-BD01-993D-0B64749B0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54" y="264402"/>
            <a:ext cx="6324986" cy="6434037"/>
          </a:xfrm>
          <a:prstGeom prst="rect">
            <a:avLst/>
          </a:prstGeom>
        </p:spPr>
      </p:pic>
      <p:sp>
        <p:nvSpPr>
          <p:cNvPr id="6" name="액자 5">
            <a:extLst>
              <a:ext uri="{FF2B5EF4-FFF2-40B4-BE49-F238E27FC236}">
                <a16:creationId xmlns:a16="http://schemas.microsoft.com/office/drawing/2014/main" id="{1BA4B158-6575-1D0F-01D2-374C5AE21895}"/>
              </a:ext>
            </a:extLst>
          </p:cNvPr>
          <p:cNvSpPr/>
          <p:nvPr/>
        </p:nvSpPr>
        <p:spPr>
          <a:xfrm>
            <a:off x="1223010" y="1058224"/>
            <a:ext cx="5086350" cy="1067756"/>
          </a:xfrm>
          <a:prstGeom prst="frame">
            <a:avLst>
              <a:gd name="adj1" fmla="val 549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0117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8820150-6603-E8CD-EADF-07CFA86DD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790575"/>
            <a:ext cx="9905202" cy="5505450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6E6940B-1CF7-92F2-C016-3D460A092239}"/>
              </a:ext>
            </a:extLst>
          </p:cNvPr>
          <p:cNvSpPr/>
          <p:nvPr/>
        </p:nvSpPr>
        <p:spPr>
          <a:xfrm>
            <a:off x="6591300" y="266700"/>
            <a:ext cx="5429250" cy="473392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446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304F3149-32CD-B39B-9EED-082142714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71399"/>
            <a:ext cx="12192000" cy="4750213"/>
          </a:xfrm>
          <a:prstGeom prst="rect">
            <a:avLst/>
          </a:prstGeom>
        </p:spPr>
      </p:pic>
      <p:sp>
        <p:nvSpPr>
          <p:cNvPr id="9" name="액자 8">
            <a:extLst>
              <a:ext uri="{FF2B5EF4-FFF2-40B4-BE49-F238E27FC236}">
                <a16:creationId xmlns:a16="http://schemas.microsoft.com/office/drawing/2014/main" id="{3DBC377D-232B-6F49-A549-A3122418DDBB}"/>
              </a:ext>
            </a:extLst>
          </p:cNvPr>
          <p:cNvSpPr/>
          <p:nvPr/>
        </p:nvSpPr>
        <p:spPr>
          <a:xfrm>
            <a:off x="2000250" y="463550"/>
            <a:ext cx="6540500" cy="4044950"/>
          </a:xfrm>
          <a:prstGeom prst="frame">
            <a:avLst>
              <a:gd name="adj1" fmla="val 3552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FF00"/>
              </a:solidFill>
              <a:highlight>
                <a:srgbClr val="FFFF0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B48306-049F-BF4D-B712-2301C3D3CCCD}"/>
              </a:ext>
            </a:extLst>
          </p:cNvPr>
          <p:cNvSpPr txBox="1"/>
          <p:nvPr/>
        </p:nvSpPr>
        <p:spPr>
          <a:xfrm>
            <a:off x="3641725" y="4103766"/>
            <a:ext cx="3257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내부 </a:t>
            </a:r>
            <a:r>
              <a:rPr lang="en-US" altLang="ko-KR" dirty="0"/>
              <a:t>LLM (</a:t>
            </a:r>
            <a:r>
              <a:rPr lang="en-US" altLang="ko-KR" dirty="0" err="1"/>
              <a:t>im</a:t>
            </a:r>
            <a:r>
              <a:rPr lang="en-US" altLang="ko-KR" dirty="0"/>
              <a:t> GPT) </a:t>
            </a:r>
            <a:r>
              <a:rPr lang="ko-KR" altLang="en-US" dirty="0"/>
              <a:t>사용 구간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0645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FD983BA-6104-1805-EA1D-3701899E4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258" y="0"/>
            <a:ext cx="7875484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49936B-2F5C-4368-5AB4-5795F0AD960A}"/>
              </a:ext>
            </a:extLst>
          </p:cNvPr>
          <p:cNvSpPr txBox="1"/>
          <p:nvPr/>
        </p:nvSpPr>
        <p:spPr>
          <a:xfrm>
            <a:off x="133350" y="1868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개인</a:t>
            </a:r>
            <a:r>
              <a:rPr lang="en-US" altLang="ko-KR" dirty="0"/>
              <a:t>(</a:t>
            </a:r>
            <a:r>
              <a:rPr lang="ko-KR" altLang="en-US" dirty="0"/>
              <a:t>신용</a:t>
            </a:r>
            <a:r>
              <a:rPr lang="en-US" altLang="ko-KR" dirty="0"/>
              <a:t>)</a:t>
            </a:r>
            <a:r>
              <a:rPr lang="ko-KR" altLang="en-US" dirty="0"/>
              <a:t>정보 필수적 전체 동의서</a:t>
            </a:r>
          </a:p>
        </p:txBody>
      </p:sp>
    </p:spTree>
    <p:extLst>
      <p:ext uri="{BB962C8B-B14F-4D97-AF65-F5344CB8AC3E}">
        <p14:creationId xmlns:p14="http://schemas.microsoft.com/office/powerpoint/2010/main" val="4073588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</Words>
  <Application>Microsoft Office PowerPoint</Application>
  <PresentationFormat>와이드스크린</PresentationFormat>
  <Paragraphs>2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2</cp:revision>
  <dcterms:created xsi:type="dcterms:W3CDTF">2026-10-19T09:31:55Z</dcterms:created>
  <dcterms:modified xsi:type="dcterms:W3CDTF">2026-10-20T11:03:29Z</dcterms:modified>
</cp:coreProperties>
</file>