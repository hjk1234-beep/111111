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7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D8B8AA-A8B2-81C6-B6CB-A8D9BFDFA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2CFC67-A59F-45D3-81B1-FE224A14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7909F-D6B6-E3C2-EBBD-A30130EA6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943DB3-949C-D16A-276C-463BAB939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B5DCE-F187-B17B-9048-62C9A1EA3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0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00995-EF58-25AD-A4E1-72E2B49B5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982715-98E8-22D8-05C3-ADAF3F9BE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3F204-DF86-9916-1187-E4FF4DCE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8FF50-A6DA-2FC0-2040-38BFA43C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A90E5-E61E-D49D-58B1-D0EA30F3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132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27E75C-0723-A4EC-397A-DFA3AC09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10ACA9-5271-EFFE-E452-B1C4E359B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805E8-31B4-FCFF-D1A1-3E6576BA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F62933-6ECA-74EF-D45E-E2660CA7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4CC930-D230-61E6-989B-019416ED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64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8F6A7-F7E5-75C7-C8B8-87C92340C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914904-41A0-CAB6-AD1C-5138299E8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D0FC65-B7D9-1007-9F2D-A181BCB54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594367-798E-3263-EB8A-28B30521C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2CAE668-CA86-B86D-749F-0FB5FB1B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D1AA1E-73A5-04E5-56BA-F9331DCC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58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FAD65-77A4-96C9-2534-E54E0E3EF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3E5CE3-7453-EB46-34B6-2B5FD19F1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4E66FE-9E9C-952C-6586-0AE9F0B79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6247603-A8E2-DCE1-CAA2-2D85E6061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11FD61-D8C5-1EBE-4951-1B15FAC258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61C8AD-0859-778C-7317-8B01933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5564000-84C5-2287-FBC7-949031841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D291C1-0D02-B053-B20B-36DF8DAFB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911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A09D1-6AAD-5438-B913-DD06B485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91BD88-6552-75E8-2183-26261B5C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02DF83-631B-4AF0-C2C4-F0AAE393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124F36-9205-6FDB-EA2C-FBB744A9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344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37895B-E5A7-5A6C-0861-AEE67390F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C763A7-3569-2839-BEEE-36B4D28C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B2AC87-D15E-D8A0-044A-8681721FB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106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11856-48E6-8407-E87B-D50EBF18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029870-C8C4-9205-5BC7-5F877B39D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92ECED-F215-4B15-F678-1E4CBC056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4D5399-E2EE-B0A4-F152-6DE570255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3717AA-C940-1F0D-F47E-BAC1676E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B59A5A-FCDD-58F5-6D41-FF04DB48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66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B2C2C-0D09-2274-1280-8C9BAD7C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470629-0CD3-90C9-79C6-EC81E46FD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2971ED-D8E1-2C66-2B63-34661206D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542981-1C47-A027-0795-B5C0A311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0FFF9-E3B1-C679-33B3-6F4AAFE6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354ABE-FD05-4B99-25F3-D83BB21F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300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D9FCE-30A6-4E5D-4295-5703D88C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787428-B9E1-741B-6192-76F2A1E64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15BF30-6FF8-5FE5-953B-5B9BD5DB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C832CD-CA61-C993-4C3B-84C43A79D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47AA22-1F81-49DF-3019-14CE151CB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435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27D53A-1AD5-76A5-CF16-9A71B57867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48256F-886E-3D68-7D85-8D34BE669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A12F9-8488-6726-66D1-091D38ECE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098910-4B84-BECF-5116-6B6C5CD5E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326566-5034-CAFA-D75D-423E66FC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990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0AEB7C-9FFB-3D05-2298-8C3D4B61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D0660C-5ECC-5F3A-EBAE-200EEF376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5BC96A-56F2-E8AF-A9EA-15256930D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70255-8AB4-42F7-B8BC-EE64DA744E96}" type="datetimeFigureOut">
              <a:rPr lang="ko-KR" altLang="en-US" smtClean="0"/>
              <a:t>2026-10-20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3DEBA7-E50A-8DDE-D1A6-581F541EE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A93991-4EA6-17C0-1CF9-555BC6D87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E80A4-5A2B-4A7F-A98C-8C6054660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36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E89A214-023C-774C-6B15-9A71D6D7F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57200"/>
            <a:ext cx="10106025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208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2026-10-20T10:59:49Z</dcterms:created>
  <dcterms:modified xsi:type="dcterms:W3CDTF">2026-10-20T10:59:56Z</dcterms:modified>
</cp:coreProperties>
</file>